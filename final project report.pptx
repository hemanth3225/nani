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21DE-5D2B-0B35-4507-35232F2B9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DACD1-CBF0-D14F-C6A5-ABC62A9CA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6BF8F-6C51-4406-56F6-ABE4F7A81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31372-C382-3805-2FCC-CFBDAC0DD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5B663-04C6-2764-87EE-2F6DBC9D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25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84C4-553F-9C25-1028-FF7B6E00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2FD5-362E-3AC3-A6E9-F0581E606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2B87D-69F9-49AC-3A07-1BA5C6667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877DC-ABBB-E2B6-C297-6310BF18D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C4F5C-7701-92DB-B463-01BD466E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65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54A4-25DD-BD4A-1764-8286DFC1B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47AAB-D9C0-894D-9656-CFA2514F8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B3D29-DB3D-0C4F-6056-8B7A71AA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41415-714A-9CF4-6A07-02038A830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5B478-C72E-1BC7-850C-560D521D2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1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D65C5-A389-5471-EF15-E54E7FD5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9BF35-586B-710D-E36E-591ABF743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4EA72-FEC3-3B16-ACD6-0CBB5461F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E82E7-376E-7D35-1024-5D2646375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9AAED-E5A8-6A3C-1989-934373B78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37F52-0526-C16E-42D3-BCAB3D9B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574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BF6E-EF88-178A-3BBD-6C2746997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7A27F-346B-2DC5-F841-3C43E7B92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619E1-A6BE-2AF0-EF0A-F3BAD3A9B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A1CB33-F23C-3BF4-0B3D-85537B1FA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21D6F3-92B8-5FBD-CE60-AA8DE827F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FA38C5-DE72-A998-9F3B-E68BA1FE1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18537-2A61-DF6F-F7A7-79633FD1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F7C33-235E-3149-81D8-210E751A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25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0E2E-AE50-D950-B282-E534D5EA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3F5A7-044B-DE76-1389-D94AF971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84EBB9-F72F-01AB-52F9-8C0E92B59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909ED-CCDC-DEED-0030-C49BA09AB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35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E1CB82-20CB-467F-1CBC-76E3F575B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E75261-2765-D079-A4F6-9B120124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5B06C-3F5A-557E-2CF3-80B2B00F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38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FE7F-D0DD-29BE-E94D-6C8BE7B9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3FE35-82F5-A778-DA04-9E8BDB0DB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6E460-FEB6-E98C-0DEF-B190F78C8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BBF45-4085-C7DA-C277-8C66CE81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21AD8-7D8F-7C30-6157-B85109FBE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97263-CF9E-340D-DDDF-B63A8127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017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B817-31BD-C878-C123-4A40A37F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8F8AD0-30CC-68A1-3257-9E02A4ED50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3F1C8-9FF4-1DE4-D4F1-EE8048BC6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3C92D-9B3F-2C07-0D0E-8F1BEC21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492E7-BBB8-40C8-B90D-79AB2C8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D17FD-E897-4970-0A0E-BFE06312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354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32FB-5971-4549-0E90-8A59A6A4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80631-F632-7C85-1BA7-CE47005E8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6DE54-38BA-005F-8708-21800A712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D331C-35BA-BD46-50A0-A4CB4AF17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A7491-8051-A4CD-A0B2-84CA48C7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043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4530E5-6192-A6DC-BC00-76318D7C93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B0110-FB5A-F2C6-DC1E-101B6D3BD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D5D48-B242-85FA-A8B6-8FF2E882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3F084-C515-BACE-CB33-83ADD6D3E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84FA4-9A27-C440-7926-84DA4128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679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C3F6F2-369A-5452-F2DC-D1EAA28C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456D6-08BE-160C-61F0-891887863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FE441-DA95-8726-8302-AAECD983A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EC1FCA-EB19-4C24-947E-6ACAFECB3FB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452A-CF0C-0F58-2AFB-C890185DC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E2B7F-48FA-5932-9830-6B2FD8D3D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799FBE-781D-476A-83FF-849C6BBD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88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3D47F-3AB7-4CD6-EA31-7E42D1F4C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ClaimInsight360 - Insurance Claims Analytics &amp; Intelligence Platform</a:t>
            </a:r>
            <a:endParaRPr lang="en-IN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91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1B5F4-E426-A6F6-79BE-4C23C2647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Working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E8DEBE-DCA6-EA0F-270C-637E8823F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503" y="467208"/>
            <a:ext cx="6491598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54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7E03C-CEEB-063C-63F3-569A85D74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Landing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54EEE6-87AA-0520-1C9B-88F0FD25F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405790"/>
            <a:ext cx="7225748" cy="404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82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7776E-EEFA-0F1F-84AF-EAED5434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Sign in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B6A5A6-BD93-C2F3-DBE6-2159C13A2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523209"/>
            <a:ext cx="7225748" cy="381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21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5D5BE-677C-8184-EA0D-E53C4CFAE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Page for New role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DED712-E88B-004E-C075-693518AED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550305"/>
            <a:ext cx="7225748" cy="375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03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F7A04F-4CD2-CA1B-C875-8754F6928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FFE135-BB34-5944-5FE1-3C8935A8C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541273"/>
            <a:ext cx="7225748" cy="377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662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66B26E-6DB0-A657-E73C-95D893F93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Claim Analyst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861CB0-9C71-B4F0-2BE2-C7546A5D8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550305"/>
            <a:ext cx="7225748" cy="375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49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16533-5012-C756-48B8-5EB84ABD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Claims Manager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445D7D-7B0A-9DF0-7DFB-EB3F0E0B82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532241"/>
            <a:ext cx="7225748" cy="379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39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F1D05-C3EC-1B29-2AB9-06864B425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Operations Executive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121446-50CC-8EB5-3DFA-06CCBEF52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541273"/>
            <a:ext cx="7225748" cy="377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52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8A05C0-8779-48C6-3B3A-514F7E010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Fraud Analyst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D9D1DC-74A9-3A5F-095C-D219E97A3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559338"/>
            <a:ext cx="7225748" cy="373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85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D9235-D18E-ABC8-59C4-E4ACB3091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Actuary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093981-4EF5-D27C-4E15-F67B46D33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550305"/>
            <a:ext cx="7225748" cy="375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60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DADE3-9126-ED71-9591-FF30C0C8C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 profile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E17C65-53F3-6606-4895-221AA6D0A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541273"/>
            <a:ext cx="7225748" cy="377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92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2A21FE-C56B-42B6-82D1-D3F0C4A47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BE011A-C166-4E7B-A300-186767380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261A9AF-2897-4CFD-9D9D-17105C8A2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9A5BE-1657-4059-9A23-7178021F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08" y="1282890"/>
            <a:ext cx="2951168" cy="27568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SonarQube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5E56EF-ADF6-479C-99B3-ADDDE6959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3596" y="3602565"/>
            <a:ext cx="2469272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C05E4-BD50-1A4F-1461-C21063666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" r="24651" b="-2"/>
          <a:stretch>
            <a:fillRect/>
          </a:stretch>
        </p:blipFill>
        <p:spPr>
          <a:xfrm>
            <a:off x="4032902" y="3428999"/>
            <a:ext cx="4083839" cy="3446819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D5D8D9-C13D-2818-1597-B6987E799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59" b="-4"/>
          <a:stretch>
            <a:fillRect/>
          </a:stretch>
        </p:blipFill>
        <p:spPr>
          <a:xfrm>
            <a:off x="4032902" y="1658"/>
            <a:ext cx="4083839" cy="34381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DA723A-0F96-92D1-B524-B1AB5E006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" r="24430" b="-2"/>
          <a:stretch>
            <a:fillRect/>
          </a:stretch>
        </p:blipFill>
        <p:spPr>
          <a:xfrm>
            <a:off x="8116741" y="3428999"/>
            <a:ext cx="4083837" cy="34468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527D70-B6DB-764D-42B4-1406835E44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r="25553" b="-4"/>
          <a:stretch>
            <a:fillRect/>
          </a:stretch>
        </p:blipFill>
        <p:spPr>
          <a:xfrm>
            <a:off x="8116741" y="1658"/>
            <a:ext cx="4083839" cy="343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02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BFA83E-5323-94BF-DE5B-69363D8B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Zipkin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41FE70-9506-1BCF-8B54-B9CAFFF82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523209"/>
            <a:ext cx="7225748" cy="381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78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07FEEF-FD13-840A-7C49-F528C95B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Eureka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4C0B4F-807A-BACB-3A36-701B81A72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721917"/>
            <a:ext cx="7225748" cy="341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575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34</Words>
  <Application>Microsoft Office PowerPoint</Application>
  <PresentationFormat>Widescreen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ClaimInsight360 - Insurance Claims Analytics &amp; Intelligence Platform</vt:lpstr>
      <vt:lpstr>Working flow</vt:lpstr>
      <vt:lpstr>Landing Page</vt:lpstr>
      <vt:lpstr>Sign in Page</vt:lpstr>
      <vt:lpstr>Page for New role</vt:lpstr>
      <vt:lpstr>Admin </vt:lpstr>
      <vt:lpstr>Claim Analyst</vt:lpstr>
      <vt:lpstr>Claims Manager</vt:lpstr>
      <vt:lpstr>Operations Executive</vt:lpstr>
      <vt:lpstr>Fraud Analyst</vt:lpstr>
      <vt:lpstr>Actuary</vt:lpstr>
      <vt:lpstr>Admin profile</vt:lpstr>
      <vt:lpstr>SonarQube</vt:lpstr>
      <vt:lpstr>Zipkin</vt:lpstr>
      <vt:lpstr>Eureka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Narayana, Pinna Surya (Contractor)</dc:creator>
  <cp:lastModifiedBy>Narayana, Pinna Surya (Contractor)</cp:lastModifiedBy>
  <cp:revision>1</cp:revision>
  <dcterms:created xsi:type="dcterms:W3CDTF">2026-05-06T16:43:45Z</dcterms:created>
  <dcterms:modified xsi:type="dcterms:W3CDTF">2026-05-06T17:43:04Z</dcterms:modified>
</cp:coreProperties>
</file>