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74" r:id="rId10"/>
    <p:sldId id="261" r:id="rId11"/>
    <p:sldId id="262" r:id="rId12"/>
    <p:sldId id="263" r:id="rId13"/>
    <p:sldId id="264" r:id="rId14"/>
    <p:sldId id="268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955B-25DD-8B43-634B-FDF759884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28921-107F-78AF-9278-B2C55FA25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84C55-9B2A-F70E-E1BD-633A898F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F38C-A316-498E-B389-99DB6D26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D835B-6DFA-92CF-9FAA-6C6AAEEF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40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7899-DEB0-C0E4-4DFE-0A14ADE65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1D850-07F2-5D5F-A8A3-74EB04F13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958C-79B4-099F-7617-7467CC31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149D-F0AC-E7E5-EBB8-AA9A3882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564A8-0682-18EF-F3B1-937C6E87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7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4C26-7514-4379-325D-932E8BB2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876D6-CAB5-124F-56ED-3913BE1C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F460B-901A-B135-3365-D2D07FE4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9FC22-5BAE-8506-75A1-4D193685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7B3B9-5080-ED04-56BE-E95B6994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31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5B71-4632-D0EC-B688-54C54300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B1022-6553-B8EF-EBEA-624E62F35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D5818-1F5B-7929-B1A9-3631F1D9B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277EC-4894-8D69-480D-07A1B7CA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DF1A9-5BDB-9DDF-A862-1ABF33D3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0684F-EC86-26C2-87AF-DD40843E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68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9844-E4E5-0131-460B-7D5B921C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E90-2B39-D482-A254-E0F7B4B64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90A10-74A2-777D-2C84-F341AA99E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F970C-B5CF-1A67-9568-08629E8C1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9939D-1B6C-F1D0-0D00-DF2D4EF5B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4FEBF-9891-CCED-FBA8-4AAC0488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38F92-8055-F95F-0F8B-924BA46C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4FDF2-7312-8909-FC82-C1AF1469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5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D0EA-3E83-225D-4B93-2E911C20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35649-21D3-F7E6-9C70-91594152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2B7E0-1179-AAEE-8C8F-CB43BC17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3166F-C9A5-BA91-2ACD-CA60EEB5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679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F99FE-64B0-7647-43E8-446E6CB43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7B498-F496-692E-B0B4-D5B3874A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E8D9D-182A-7A89-93D3-870C0378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4C423-512D-651B-CE9A-6A7C99A9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45A63-B5CB-90C4-F8AB-DC411BFC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8EFD3-5CB7-22D5-0919-05CC61514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C191E-CD88-39B3-7F60-5D987CE9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E53CA-3E22-D042-473A-A9F296A2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39232-75E9-FD75-A9DB-247FEE47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33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749F-531A-0507-5E7C-C7A778C0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F378E-6A75-BAB6-36C0-B795B4B1B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808AA-8D2B-CFF7-AE8D-A0AA9AA7C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85099-2174-6F3E-6F36-41B07B1D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89C59-C3FA-18CA-1B36-09557356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AE947-6C9F-8061-F2DA-E1F68E11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03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179B-54EA-BF93-D993-B94E5F2B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7BEFA-A35B-A875-0AAA-2349652E4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8DED0-6C69-8D5D-40D6-2C109E85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00191-49FD-B6FD-BED1-24C11E4A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C8C8F-0741-0655-10AF-6FF074A9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4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9C696-17DD-CEB5-FC29-0FAA607FA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66ED0-A5FE-3C29-90B0-D108A3093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7F67-DAA5-EE09-208C-BE3F02AD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4DF1B-F7FB-625E-9E42-1EF8AD8E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E1772-6843-2617-654A-83A7A7D3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791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8E154-F5F4-D36F-E463-38E59435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3BA31-6B66-B8F2-2F3E-53D06C52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9944-613B-E8F4-0E3B-4D16428A0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22B4E-41C9-4CE9-A1EF-35C78331CAD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D46B-70AA-BEED-A389-50ABAB52E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5E887-EEF4-A5F6-1418-412EAE205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4BF7A-5278-486E-97D5-E2B43BDC1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3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77CEC-63EF-7926-2DD3-DF4CB56C9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389" y="1474840"/>
            <a:ext cx="10640754" cy="2086592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FULL STACK DEVELOPMENT </a:t>
            </a:r>
            <a:b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REPORT</a:t>
            </a: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78A87-68CB-7C6F-A534-31F19FF1B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8321" y="5238040"/>
            <a:ext cx="9163757" cy="450447"/>
          </a:xfrm>
        </p:spPr>
        <p:txBody>
          <a:bodyPr anchor="ctr">
            <a:no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Hemanth</a:t>
            </a:r>
          </a:p>
          <a:p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19221125</a:t>
            </a:r>
          </a:p>
          <a:p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BE. CSE</a:t>
            </a:r>
            <a:endParaRPr lang="en-IN" sz="3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2428FCC-4F8A-F2AE-273B-2C3E9762A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84" y="297377"/>
            <a:ext cx="9625429" cy="109251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9766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593C-A4F0-971B-6889-570F2619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organization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D2BE1-C2E6-3812-888C-899BDFCCB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818" y="2639441"/>
            <a:ext cx="52578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Cognizant Technology Solutions Corporation is an American multinational information technology consulting and outsourcing company, headquartered in Teaneck, New Jersey.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mage result for cognizant logo">
            <a:extLst>
              <a:ext uri="{FF2B5EF4-FFF2-40B4-BE49-F238E27FC236}">
                <a16:creationId xmlns:a16="http://schemas.microsoft.com/office/drawing/2014/main" id="{B0C8D748-CDBC-2E80-616B-BA8E9ED569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0952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3827B3-6EC4-C71D-8634-4F2CFD9D3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382" y="2426186"/>
            <a:ext cx="4767970" cy="249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B6F2-8A5C-8180-4730-C9E76AE0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6E91-31C0-0041-95BF-A1100960F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Domain-Full Stack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Duration-4 months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React , Html , CSS , JS , TS , Bootstrap.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Spring boot , java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SQL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Sonar cube , jipkin , swagger , postman.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7576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1737-FB44-2BDB-A2C7-268253C1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885F-B0D2-FB24-EE8D-E0A5A385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ClaimInsight360 is a web-based Claims Analytics &amp; Intelligence Platform designed for insurance carriers to analyze claims performance, detect trends, calculate KPIs, predict fraud/denials, monitor adjuster productivity, perform root-cause analysis, and provide real-time operational visibility into claims portfolios. It aggregates claims, policy, customer, financial, and external data to generate insights supporting claims managers, analysts, actuaries, and executives.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Implementable using Java Spring Boot/ASP.NET Core, Angular/React with relational DB + optional data mart.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46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B5F4-E426-A6F6-79BE-4C23C264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Working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8DEBE-DCA6-EA0F-270C-637E8823F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503" y="467208"/>
            <a:ext cx="649159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5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E03C-CEEB-063C-63F3-569A85D7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Landing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4EEE6-87AA-0520-1C9B-88F0FD25F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03821" cy="69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2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7776E-EEFA-0F1F-84AF-EAED5434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Sign 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B6A5A6-BD93-C2F3-DBE6-2159C13A2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0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2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D5BE-677C-8184-EA0D-E53C4CFA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Page for New role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ED712-E88B-004E-C075-693518AED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76951" cy="677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3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A04F-4CD2-CA1B-C875-8754F692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FFE135-BB34-5944-5FE1-3C8935A8C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67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62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B26E-6DB0-A657-E73C-95D893F9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Claim Analyst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861CB0-9C71-B4F0-2BE2-C7546A5D8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8" y="68827"/>
            <a:ext cx="12097924" cy="629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49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6533-5012-C756-48B8-5EB84ABD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Claims Manager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445D7D-7B0A-9DF0-7DFB-EB3F0E0B8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149"/>
            <a:ext cx="12416434" cy="669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39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1D05-C3EC-1B29-2AB9-06864B42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Operations Executive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21446-50CC-8EB5-3DFA-06CCBEF52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658"/>
            <a:ext cx="12329652" cy="670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5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05C0-8779-48C6-3B3A-514F7E010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Fraud Analyst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9D1DC-74A9-3A5F-095C-D219E97A3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43" y="68827"/>
            <a:ext cx="12249286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85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A83E-5323-94BF-DE5B-69363D8B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Zipkin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41FE70-9506-1BCF-8B54-B9CAFFF82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6108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7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63B6-8BB1-BA9C-A785-4229F9E9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47FE-F8AA-88B3-5367-E156FE24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Fraud Analyst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D5D86E-FB4D-82A2-CD4C-2DC80985D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76750"/>
            <a:ext cx="6429443" cy="63811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1527F3-8742-C130-6E46-950E0C8D95E9}"/>
              </a:ext>
            </a:extLst>
          </p:cNvPr>
          <p:cNvSpPr txBox="1"/>
          <p:nvPr/>
        </p:nvSpPr>
        <p:spPr>
          <a:xfrm>
            <a:off x="660041" y="403123"/>
            <a:ext cx="3115546" cy="373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60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1669-F7FD-EAAF-5066-C767D4AB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222A-8714-157D-F4C4-9ACD9118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Fraud Analyst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C5A8F0-C51A-7201-8037-05EE94794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38926"/>
          <a:stretch>
            <a:fillRect/>
          </a:stretch>
        </p:blipFill>
        <p:spPr>
          <a:xfrm>
            <a:off x="0" y="506361"/>
            <a:ext cx="7334011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9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224</Words>
  <Application>Microsoft Office PowerPoint</Application>
  <PresentationFormat>Widescreen</PresentationFormat>
  <Paragraphs>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JAVA FULL STACK DEVELOPMENT  INTERNSHIP REPORT</vt:lpstr>
      <vt:lpstr>About the organization</vt:lpstr>
      <vt:lpstr>Internship Overview</vt:lpstr>
      <vt:lpstr>Project Description</vt:lpstr>
      <vt:lpstr>Working flow</vt:lpstr>
      <vt:lpstr>Landing Page</vt:lpstr>
      <vt:lpstr>Sign in Page</vt:lpstr>
      <vt:lpstr>Page for New role</vt:lpstr>
      <vt:lpstr>Admin </vt:lpstr>
      <vt:lpstr>Claim Analyst</vt:lpstr>
      <vt:lpstr>Claims Manager</vt:lpstr>
      <vt:lpstr>Operations Executive</vt:lpstr>
      <vt:lpstr>Fraud Analyst</vt:lpstr>
      <vt:lpstr>Zipkin</vt:lpstr>
      <vt:lpstr>Fraud Analyst</vt:lpstr>
      <vt:lpstr>Fraud Analyst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Ramayya, Veera Jaya Sri Satya Sai Sita (Contractor)</dc:creator>
  <cp:lastModifiedBy>Hemanth M</cp:lastModifiedBy>
  <cp:revision>3</cp:revision>
  <dcterms:created xsi:type="dcterms:W3CDTF">2026-05-08T14:27:59Z</dcterms:created>
  <dcterms:modified xsi:type="dcterms:W3CDTF">2026-05-08T16:37:03Z</dcterms:modified>
</cp:coreProperties>
</file>